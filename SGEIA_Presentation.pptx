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16459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21040" y="365760"/>
            <a:ext cx="16459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4480560"/>
            <a:ext cx="16459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4572000"/>
            <a:ext cx="164592" cy="1645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0292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Grid Energy Intelligence Assistant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Multi-Agent Platform for Smart Grid Operations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14400" y="2834640"/>
            <a:ext cx="73152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Tejeswari S K  |  Prodapt AFDE Capstone  |  May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Challenge: Grid Operations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4023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64008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0972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Overload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50876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telemetry readings/second with no unified intelligence layer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05840"/>
            <a:ext cx="4023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1005840"/>
            <a:ext cx="64008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83480" y="10972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Root Cause Analysis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50876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incident diagnosis takes hours — mitigation arrives too late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2834640"/>
            <a:ext cx="4023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2834640"/>
            <a:ext cx="64008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9260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Cost of Failures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333756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Unplanned grid outages cost utilities $18-70B annually in the US alone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46320" y="2834640"/>
            <a:ext cx="40233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46320" y="2834640"/>
            <a:ext cx="64008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29260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Tools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333756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SCADA, ML tools, and reports are siloed — no connected intelligence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SGEIA: One Platform. Five Agents. Full Intelligence.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463040"/>
            <a:ext cx="2286000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087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429000" y="1463040"/>
            <a:ext cx="2286000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429000" y="24231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Widgets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26480" y="1463040"/>
            <a:ext cx="2286000" cy="164592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50876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&lt;2s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6126480" y="24231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Time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English. Get expert-level grid intelligence instantly.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731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0" y="658368"/>
            <a:ext cx="274320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0" y="65836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Dashboard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325880"/>
            <a:ext cx="256032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325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325880"/>
            <a:ext cx="256032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0" y="1325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Guardrails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2011680"/>
            <a:ext cx="2743200" cy="4572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2011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Query Router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697480"/>
            <a:ext cx="25603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2697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Retrieval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697480"/>
            <a:ext cx="25603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2697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Stability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2697480"/>
            <a:ext cx="2560320" cy="54864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26974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Meter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3456432"/>
            <a:ext cx="2560320" cy="4572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0" y="34564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Analysis Agent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3456432"/>
            <a:ext cx="2560320" cy="4572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45643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Agent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4096512"/>
            <a:ext cx="274320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4096512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Response + Dashboard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" y="1325880"/>
            <a:ext cx="777240" cy="192024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" y="1325880"/>
            <a:ext cx="777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Isol.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194560" y="1115568"/>
            <a:ext cx="2377440" cy="21031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0" y="1554480"/>
            <a:ext cx="21945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94560" y="1783080"/>
            <a:ext cx="1005840" cy="22860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4480" y="2468880"/>
            <a:ext cx="1645920" cy="22860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2468880"/>
            <a:ext cx="0" cy="22860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468880"/>
            <a:ext cx="3063240" cy="22860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54480" y="3246120"/>
            <a:ext cx="1554480" cy="21031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35240" y="3246120"/>
            <a:ext cx="-2148840" cy="210312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89120" y="3685032"/>
            <a:ext cx="36576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35040" y="3913632"/>
            <a:ext cx="-1463040" cy="1828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73152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5-Agent LangGraph Pipeline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28600" y="822960"/>
            <a:ext cx="141732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566928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566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Query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280160"/>
            <a:ext cx="1325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intent: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incident/stability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smart_meter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cross_domain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645920" y="1463040"/>
            <a:ext cx="292608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38528" y="822960"/>
            <a:ext cx="141732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41448" y="566928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41448" y="566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84248" y="8686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Retrieval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84248" y="1280160"/>
            <a:ext cx="1325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semantic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BM25 keyword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55848" y="1463040"/>
            <a:ext cx="292608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8456" y="822960"/>
            <a:ext cx="141732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51376" y="566928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1376" y="566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694176" y="8686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Stability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94176" y="1280160"/>
            <a:ext cx="1325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on DS1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features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tau, P, G series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65776" y="1463040"/>
            <a:ext cx="292608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58384" y="822960"/>
            <a:ext cx="141732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61304" y="566928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61304" y="566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04104" y="8686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Meter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04104" y="1280160"/>
            <a:ext cx="1325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DS2 meter data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775704" y="1463040"/>
            <a:ext cx="292608" cy="0"/>
          </a:xfrm>
          <a:prstGeom prst="line">
            <a:avLst/>
          </a:prstGeom>
          <a:noFill/>
          <a:ln w="31750">
            <a:solidFill>
              <a:srgbClr val="1C729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68312" y="822960"/>
            <a:ext cx="1417320" cy="12801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71232" y="566928"/>
            <a:ext cx="411480" cy="4114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71232" y="566928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14032" y="86868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Failure+Rec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114032" y="1280160"/>
            <a:ext cx="1325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validated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steps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28600" y="2286000"/>
            <a:ext cx="8686800" cy="4114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8600" y="2286000"/>
            <a:ext cx="8686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 -&gt;  Route  -&gt;  Retrieve  -&gt;  Assess Stability  -&gt;  Detect Anomalies  -&gt;  Analyse Failure  -&gt;  Recommend  -&gt;  Synthesise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2834640"/>
            <a:ext cx="2560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28346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DS1 Dataset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10K UCI telemetry rows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training data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91840" y="2834640"/>
            <a:ext cx="2560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83280" y="28346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DS2 Dataset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meter consumption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26480" y="2834640"/>
            <a:ext cx="2560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28346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synthetic incidents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+ BM25 indexed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74320" y="388620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StateGraph with MemorySaver checkpoint — conversation continuity across turns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RAG: How Incident Retrieval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82880" y="1188720"/>
            <a:ext cx="146304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82880" y="11887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645920" y="1600200"/>
            <a:ext cx="2743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1188720"/>
            <a:ext cx="146304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11887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417320"/>
            <a:ext cx="274320" cy="-1828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83080"/>
            <a:ext cx="274320" cy="22860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822960"/>
            <a:ext cx="1645920" cy="7315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8229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0" y="1828800"/>
            <a:ext cx="1645920" cy="73152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18288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303520" y="1188720"/>
            <a:ext cx="274320" cy="41148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303520" y="2194560"/>
            <a:ext cx="274320" cy="-59436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577840" y="1188720"/>
            <a:ext cx="1554480" cy="8229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577840" y="1188720"/>
            <a:ext cx="1554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Fusion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132320" y="1600200"/>
            <a:ext cx="2743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06640" y="1188720"/>
            <a:ext cx="146304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0" y="11887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Synthesis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Answer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Hybrid?  Semantic search catches conceptually similar incidents. BM25 ensures exact zone/equipment IDs are never missed.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49808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3657600"/>
              </a:tblGrid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Orchestration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StateGraph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routing, memory, checkpointing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GPT-4o-mini (Prodapt Gateway)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Routing, analysis, recommendations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ChromaDB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incident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 (rank-bm25)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Exact-match incident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 Models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+ Isolation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Stability scoring + anomaly detection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+ SSE Streaming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streaming responses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Vanilla JS + Chart.js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12-widget interactive dashboard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DeepEval + LangSmith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gates + observability tracing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Presidio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PII detection and masking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09728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Quality &amp; Safety Gates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777240"/>
            <a:ext cx="265176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77724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Guardrails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" y="1261872"/>
            <a:ext cx="2423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validation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keyword check (50+ grid terms)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via Presidio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777240"/>
            <a:ext cx="265176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46120" y="77724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777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Faithfulness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261872"/>
            <a:ext cx="2423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grounded in retrieved incidents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score computed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Retry if below threshold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777240"/>
            <a:ext cx="265176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77724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09360" y="7772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55080" y="1261872"/>
            <a:ext cx="2423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scores 1-5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&gt;= 3/5 required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1 regeneration attempt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" y="4041648"/>
            <a:ext cx="118872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40416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463040" y="4247388"/>
            <a:ext cx="2743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4041648"/>
            <a:ext cx="118872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37360" y="40416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926080" y="4247388"/>
            <a:ext cx="2743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4041648"/>
            <a:ext cx="1188720" cy="41148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0" y="40416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89120" y="4247388"/>
            <a:ext cx="2743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3440" y="4041648"/>
            <a:ext cx="118872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63440" y="40416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852160" y="4247388"/>
            <a:ext cx="2743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4041648"/>
            <a:ext cx="118872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40416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0" y="4247388"/>
            <a:ext cx="27432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0" y="4041648"/>
            <a:ext cx="118872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89520" y="40416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12-Widget Operator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82880" y="822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868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Health Score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331720" y="822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0" y="868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Incidents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822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868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Status Map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29400" y="822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75120" y="868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Trend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82880" y="1965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2011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Breakdown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31720" y="1965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77440" y="2011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Monitor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80560" y="1965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011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 Health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29400" y="1965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0" y="2011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vs Capacity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82880" y="3108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Status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331720" y="3108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37744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Feed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480560" y="3108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Activity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629400" y="3108960"/>
            <a:ext cx="2011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75120" y="3154680"/>
            <a:ext cx="1920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widget has its own AI chat button — context-aware answers in &lt;200ms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73152"/>
            <a:ext cx="8595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Per-Widget AI Chat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74320" y="731520"/>
            <a:ext cx="4023360" cy="3566160"/>
          </a:xfrm>
          <a:prstGeom prst="rect">
            <a:avLst/>
          </a:prstGeom>
          <a:solidFill>
            <a:srgbClr val="E8F4FD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731520"/>
            <a:ext cx="402336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31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Chat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single widget only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 data slice attached automatically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answer from local data (&lt;200ms)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cross-widget data leakage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731520"/>
            <a:ext cx="4023360" cy="3566160"/>
          </a:xfrm>
          <a:prstGeom prst="rect">
            <a:avLst/>
          </a:prstGeom>
          <a:solidFill>
            <a:srgbClr val="E8F4FD"/>
          </a:solidFill>
          <a:ln w="25400">
            <a:solidFill>
              <a:srgbClr val="2129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846320" y="731520"/>
            <a:ext cx="4023360" cy="4572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0" y="7315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Chat (FAB)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1298448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12-widget dashboard snapshot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Cross-widget comparative questions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vs zone, incidents vs stability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 pipeline available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74320" y="44805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/api/chat/fast  direct httpx  &lt;5s   |   /api/chat  full SSE pipeline  60-120s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09728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Impact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749040" cy="16002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051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-&gt; Seconds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root cause identification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09160" y="960120"/>
            <a:ext cx="3749040" cy="16002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10515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4800600" y="18745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 parallel on every query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3749040" cy="16002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8803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Incidents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48640" y="3703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and instantly retrievable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2788920"/>
            <a:ext cx="3749040" cy="160020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28803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Explainable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800600" y="370332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always know WHY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— 6 Core Endpoints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713232"/>
            <a:ext cx="8412480" cy="548640"/>
          </a:xfrm>
          <a:prstGeom prst="rect">
            <a:avLst/>
          </a:prstGeom>
          <a:solidFill>
            <a:srgbClr val="F0F7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1323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/api/chat/fast</a:t>
            </a:r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Single LLM call, &lt;5s, used by all widget chats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399032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9903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/api/chat</a:t>
            </a:r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Full SSE streaming multi-agent pipeline (60-120s)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084832"/>
            <a:ext cx="8412480" cy="548640"/>
          </a:xfrm>
          <a:prstGeom prst="rect">
            <a:avLst/>
          </a:prstGeom>
          <a:solidFill>
            <a:srgbClr val="F0F7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08483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/api/query</a:t>
            </a:r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Full pipeline, non-streaming JSON response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770632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77063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/api/incidents</a:t>
            </a:r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ChromaDB semantic search with metadata filters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3456432"/>
            <a:ext cx="8412480" cy="548640"/>
          </a:xfrm>
          <a:prstGeom prst="rect">
            <a:avLst/>
          </a:prstGeom>
          <a:solidFill>
            <a:srgbClr val="F0F7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45643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/api/stability/check</a:t>
            </a:r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Direct XGBoost inference on raw telemetry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4142232"/>
            <a:ext cx="84124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142232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/api/dashboard/metrics</a:t>
            </a:r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Aggregated KPIs for the dashboard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 from SGEIA?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777240"/>
            <a:ext cx="40233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777240"/>
            <a:ext cx="402336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7772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Operator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1252728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triage, zone monitoring, stability alerts, instant NL answers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777240"/>
            <a:ext cx="40233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9160" y="777240"/>
            <a:ext cx="402336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77724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Company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252728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MTTR, improve reliability, full audit trail via LangSmith tracing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" y="2697480"/>
            <a:ext cx="40233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" y="2697480"/>
            <a:ext cx="402336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974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Engineer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3172968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XGBoost stability analysis, anomaly pattern investigation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09160" y="2697480"/>
            <a:ext cx="40233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09160" y="2697480"/>
            <a:ext cx="4023360" cy="4114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26974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Team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3172968"/>
            <a:ext cx="3749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architecture: multi-agent RAG on time-series infrastructure data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 vs Traditional Approaches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13232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 SCADA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SGEIA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filter + spreadsheet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 query — hybrid RAG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 Analysis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analysis (2-8 hours)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agents in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playbooks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LLM-generated + quality-gated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Detection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Threshold-based rules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Isolation Forest ML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SCADA screens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language chat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scores + full reasoning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4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Data Flow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749808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498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04672" y="74980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types NL query in dashboard chat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" y="1133856"/>
            <a:ext cx="0" cy="19202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325880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3258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325880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 layer: format check + domain check + PII masking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" y="1709928"/>
            <a:ext cx="0" cy="19202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" y="1901952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9019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04672" y="1901952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Router classifies: incident / stability / smart_meter / cross_domain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" y="2286000"/>
            <a:ext cx="0" cy="19202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" y="2478024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4780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4672" y="2478024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agents execute in parallel (ChromaDB + XGBoost + Isolation Forest)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" y="2862072"/>
            <a:ext cx="0" cy="19202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3054096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30540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4672" y="3054096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Analysis synthesises root causes from agent outputs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66344" y="3438144"/>
            <a:ext cx="0" cy="192024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" y="3630168"/>
            <a:ext cx="384048" cy="38404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6301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04672" y="3630168"/>
            <a:ext cx="8046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Agent generates steps — DeepEval + LLM Judge validate — response sent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Future Extensions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777240"/>
            <a:ext cx="2560320" cy="40233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77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11480" y="1325880"/>
            <a:ext cx="233172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dataset proof of concept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5-agent pipeline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12-widget dashboard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DeepEval quality gates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834640" y="2788920"/>
            <a:ext cx="731520" cy="0"/>
          </a:xfrm>
          <a:prstGeom prst="line">
            <a:avLst/>
          </a:prstGeom>
          <a:noFill/>
          <a:ln w="38100">
            <a:solidFill>
              <a:srgbClr val="065A8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91840" y="777240"/>
            <a:ext cx="2560320" cy="402336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91840" y="777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29000" y="1325880"/>
            <a:ext cx="233172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SCADA feed integration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telemetry streaming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push updates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Multi-zone comparative analysis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52160" y="2788920"/>
            <a:ext cx="731520" cy="0"/>
          </a:xfrm>
          <a:prstGeom prst="line">
            <a:avLst/>
          </a:prstGeom>
          <a:noFill/>
          <a:ln w="38100">
            <a:solidFill>
              <a:srgbClr val="065A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9360" y="777240"/>
            <a:ext cx="2560320" cy="402336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0" y="77724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46520" y="1325880"/>
            <a:ext cx="233172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outage prevention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RL-based mitigation optimization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Multi-utility federation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operator app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7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7315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SGEIA Was Built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274320" y="749808"/>
            <a:ext cx="42062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grids generate terabytes of telemetry daily. Yet when an outage hits, operators spend hours manually correlating SCADA logs, spreadsheets, and static playbooks.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 was built to change that — to give any operator the power to ask 'Why did Zone_A fail?' and get an expert-level answer in seconds, backed by ML models and a live incident knowledge base.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846320" y="749808"/>
            <a:ext cx="3931920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37760" y="8229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Prodapt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937760" y="122529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AI-first infrastructure consulting capability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46320" y="2029968"/>
            <a:ext cx="3931920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2103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Utilities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250545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MTTR from hours to seconds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3310128"/>
            <a:ext cx="3931920" cy="109728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33832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Industry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3785616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Proves multi-agent RAG works on real grid data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5A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SGEIA — Turning Grid Data into Grid Intelligence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7315200" cy="0"/>
          </a:xfrm>
          <a:prstGeom prst="line">
            <a:avLst/>
          </a:prstGeom>
          <a:noFill/>
          <a:ln w="381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AI: raw telemetry to natural language answers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Production-ready: modular, observable, quality-gated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at Prodapt AFDE Capstone — May 2026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D4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Tejeswari S K  |  tejeswari.sk@prodapt.com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SGEIA - Smart Grid Energy Intelligence Assistant</dc:title>
  <dc:subject>PptxGenJS Presentation</dc:subject>
  <dc:creator>Tejeswari S K</dc:creator>
  <cp:lastModifiedBy>Tejeswari S K</cp:lastModifiedBy>
  <cp:revision>1</cp:revision>
  <dcterms:created xsi:type="dcterms:W3CDTF">2026-05-30T17:29:06Z</dcterms:created>
  <dcterms:modified xsi:type="dcterms:W3CDTF">2026-05-30T17:29:06Z</dcterms:modified>
</cp:coreProperties>
</file>