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SGEIA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Smart Grid Energy Intelligence Assistant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AI-Powered RAG Pipeline for Power Grid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Tejeswari S K  |  Prodapt AFDE Capstone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How Data Flows in SGEIA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713232"/>
            <a:ext cx="39319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68096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User Input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Question typed in plain English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39319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426464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CSV Datasets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DS1: 60K stability rows + DS2: 2M meter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029968"/>
            <a:ext cx="39319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084832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 Chunking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Each incident = 1 chunk (avg 50 words)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2688336"/>
            <a:ext cx="39319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743200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 Embedding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all-MiniLM-L6-v2 → 384-dim vectors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3346704"/>
            <a:ext cx="39319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3401568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⑤ Indexing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BM25 keyword index + ChromaDB built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128016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1938528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596896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3255264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713232"/>
            <a:ext cx="3931920" cy="56692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768096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⑥ Vector Storage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ChromaDB saves 200 incident vectors on disk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371600"/>
            <a:ext cx="39319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1426464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⑦ Hybrid Search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BM25 + Semantic → RRF fusion → top 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029968"/>
            <a:ext cx="39319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084832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⑧ LLM Processing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Groq llama-3.1-8b-instant reasons over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688336"/>
            <a:ext cx="39319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743200"/>
            <a:ext cx="3785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⑨ Output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Validated answer with source citations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128016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938528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2596896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630168"/>
            <a:ext cx="9144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657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stored 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RAG Pipeline — every question flows through all 9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The Problem Grid Operators 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 Many Alerts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Thousands of sensor alerts every day, no unified 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777240"/>
            <a:ext cx="4023360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10058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Slow Diagnosis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Hours spent manually tracing fault root causes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4023360" cy="1737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9718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AI Help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SCADA tools show data but cannot explain WHY problems occur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4023360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9718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Disconnected Data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Stability data, meter readings, incidents all in separate systems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SGEIA Solves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Just type your question in plain English and get a data-backed answer in seconds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46888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Ask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Type your question in plain English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29000" y="1920240"/>
            <a:ext cx="2468880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103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Retrieve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RAG finds matching incidents + stats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2468880" cy="2286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Understand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LLM explains with real data &amp; citations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26080" y="3063240"/>
            <a:ext cx="502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3063240"/>
            <a:ext cx="502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Why We Used Two Datasets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4114800" cy="3657600"/>
          </a:xfrm>
          <a:prstGeom prst="rect">
            <a:avLst/>
          </a:prstGeom>
          <a:solidFill>
            <a:srgbClr val="E8F4FD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DS1 — Grid Stability (60K rows)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SUPPLY SIDE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Shows how generators and grid nodes behave.
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Features: tau (reaction time), p (power balance), g (price elasticity)
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Tells us IF grid is stable and WHY.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713232"/>
            <a:ext cx="4114800" cy="3657600"/>
          </a:xfrm>
          <a:prstGeom prst="rect">
            <a:avLst/>
          </a:prstGeom>
          <a:solidFill>
            <a:srgbClr val="E8F4FD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8686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DS2 — Smart Meter (2M rows)
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DEMAND SIDE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Real household electricity readings.
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Features: voltage, current, sub-metering
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Tells us WHAT consumers are using and WHERE anomalies occur.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</a:rPr>
              <a:t>Complete grid understanding needs BOTH supply stability AND demand consumption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Dataset 1: What Each Column Means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429768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3291840"/>
              </a:tblGrid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 Meaning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tau1-4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fast each grid node reacts to changes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reaction = unstable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produced by the main generator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high relative to consumers = instability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p2, p3, p4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consumed at each node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= taking power from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g1-4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sensitive each node is to price signals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= cannot adjust quickly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or Unstable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for XGBoost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 margin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Negative=stable, Positive=unstable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grid_frequency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Hz reading at that moment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column - not in original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New Columns Added to Datasets — Why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4114800" cy="4297680"/>
          </a:xfrm>
          <a:prstGeom prst="rect">
            <a:avLst/>
          </a:prstGeom>
          <a:solidFill>
            <a:srgbClr val="E8F4FD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3749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DS1 — New Columns Added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timestamp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Know WHEN each reading occurred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region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Know WHERE (Zone A/B/C/D)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equipment_type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Know WHAT hardware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transformer_status / outage_event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Health and event type
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Original DS1 only had physics. Real ops need location &amp;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621792"/>
            <a:ext cx="4114800" cy="4297680"/>
          </a:xfrm>
          <a:prstGeom prst="rect">
            <a:avLst/>
          </a:prstGeom>
          <a:solidFill>
            <a:srgbClr val="E8F4FD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749808"/>
            <a:ext cx="3749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DS2 — New Columns Added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region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Map meter to a grid zone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equipment_type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Label as smart_meter type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transformer_status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Link to local grid health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outage_event / demand_load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Tag unusual readings &amp; total load
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Original DS2 had no grid context. These connect consumption to grid zones.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5A82"/>
                </a:solidFill>
              </a:rPr>
              <a:t>Step 3: Chunking — Breaking Data into Pieces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286000" y="640080"/>
            <a:ext cx="4572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6400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200 incident records from grid_incidents_synthetic.csv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298448"/>
            <a:ext cx="0" cy="30175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600200"/>
            <a:ext cx="274320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600200"/>
            <a:ext cx="27432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600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INC-0015 | Zone_A | Critical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Full outage at transformer. Voltage collapsed to 235V. Status: critical...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74320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00200"/>
            <a:ext cx="27432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00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INC-0042 | Zone_C | High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Frequency excursion at 50.69Hz. Smart meter bank affected...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74320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00200"/>
            <a:ext cx="27432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00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Chunk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INC-0103 | Zone_B | Medium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Meter dropout in distribution unit. Last reading: 3.77kW...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Each incident = 1 chunk. No splitting needed — descriptions are already 40-80 words.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5A82"/>
                </a:solidFill>
              </a:rPr>
              <a:t>Step 4: Embedding — Converting Text to Numbers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82880" y="777240"/>
            <a:ext cx="2651760" cy="1188720"/>
          </a:xfrm>
          <a:prstGeom prst="rect">
            <a:avLst/>
          </a:prstGeom>
          <a:solidFill>
            <a:srgbClr val="E8F4FD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"Full outage at transformer in Zone_A..."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34640" y="1371600"/>
            <a:ext cx="5486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713232"/>
            <a:ext cx="283464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758952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all-MiniLM-L6-v2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(runs on CPU, no internet needed)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777240"/>
            <a:ext cx="219456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822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[0.23, -0.41, 0.87, ... 384 numbers]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331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WHY this model: Lightweight, fast, works offline (corporate proxy blocks cloud APIs), good quality for technical text.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Each chunk becomes a 384-dimension vector that captures its MEANING, not just its words.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</a:rPr>
              <a:t>Steps 5 &amp; 6: Indexing and Storing Vectors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4023360" cy="3017520"/>
          </a:xfrm>
          <a:prstGeom prst="rect">
            <a:avLst/>
          </a:prstGeom>
          <a:solidFill>
            <a:srgbClr val="E8F4FD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BM25 Keyword Index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
Stores words for fast exact matching.
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Good for: Zone_A, INC-042, transformer, full_outage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658368"/>
            <a:ext cx="4023360" cy="3017520"/>
          </a:xfrm>
          <a:prstGeom prst="rect">
            <a:avLst/>
          </a:prstGeom>
          <a:solidFill>
            <a:srgbClr val="E8F4FD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80467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ChromaDB Vector Store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
Stores 384-dim vectors on disk permanently.
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Good for: finding similar incidents even with different words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840480"/>
            <a:ext cx="859536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Both indexes built from same 200 incidents. Stored on disk — survives server restarts.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Step 7: Hybrid Search — Finding the Right Incidents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0" y="621792"/>
            <a:ext cx="36576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6217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Show critical transformer failures in Zone 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0" cy="36576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280160"/>
            <a:ext cx="0" cy="36576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280160"/>
            <a:ext cx="274320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393192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3657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BM25 Search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Finds: INC-015 (Zone_A, transformer), INC-044 (Zone_A), INC-142 (critical)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645920"/>
            <a:ext cx="39319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719072"/>
            <a:ext cx="36576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ChromaDB Semantic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Finds: INC-015, INC-144, INC-061 (similar meaning even with different words)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926080"/>
            <a:ext cx="0" cy="3200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2926080"/>
            <a:ext cx="0" cy="3200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3246120"/>
            <a:ext cx="466344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246120"/>
            <a:ext cx="0" cy="3200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566160"/>
            <a:ext cx="45720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566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RRF Fusion — Combines both lists, ranks by combined score → Top 8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WHY HYBRID: BM25 catches exact IDs. Semantic catches synonyms. Together = best of both.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</a:rPr>
              <a:t>Step 8: LLM — Generating the Answer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3474720" cy="7955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Question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Show critical transformer failures in Zone 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1056132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572768"/>
            <a:ext cx="3474720" cy="7955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276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Retrieved Incidents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 real incident records with IDs, zones, descriptions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970532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487168"/>
            <a:ext cx="3474720" cy="7955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420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DS1 Stability Stats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Health score, XGBoost prediction, SHAP values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884932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3401568"/>
            <a:ext cx="3474720" cy="7955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4564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DS2 Meter Stats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Voltage range, anomaly count, consumption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799332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81328"/>
            <a:ext cx="2743200" cy="2103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481328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Groq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llama-3.1-8b-instant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40880" y="2532888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011680"/>
            <a:ext cx="1463040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0116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The LLM reads ALL of this and writes a clear answer citing actual numbers and incident IDs.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Why XGBoost for Stability Prediction?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737360"/>
                <a:gridCol w="1645920"/>
                <a:gridCol w="1097280"/>
                <a:gridCol w="1280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Imbalance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suitable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(black box)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suitable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suitable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(SHAP values)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65A82"/>
                </a:solidFill>
              </a:rPr>
              <a:t>XGBoost gives SHAP values — operators see WHICH feature caused the instability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</a:rPr>
              <a:t>Why Isolation Forest for Anomaly Detection?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28346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41248"/>
            <a:ext cx="2560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Labels Needed
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DS2 has 2M rows with no pre-labelled anomalies. Isolation Forest finds outliers without needing training examples.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7560" y="685800"/>
            <a:ext cx="2834640" cy="4023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841248"/>
            <a:ext cx="2560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Handles Scale
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Works efficiently on 2 million rows. K-Means and DBSCAN slow down on datasets this large.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685800"/>
            <a:ext cx="2834640" cy="4023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841248"/>
            <a:ext cx="2560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Gives a Score
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Returns an anomaly score per reading, not just yes/no. We can rank how unusual each reading is.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Safety First — 4 Input Guardrail Layers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8869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58952"/>
            <a:ext cx="82296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Layer 1 — Format Check: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Is it long enough? Not empty? Under 1000 characters?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64208"/>
            <a:ext cx="8595360" cy="8869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82296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Layer 2 — Harmful Content: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Violence, threats, weapons, illegal content → BLOCKED immediately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642616"/>
            <a:ext cx="8595360" cy="8869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15768"/>
            <a:ext cx="82296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Layer 3 — Domain Check: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Not about power grids or energy? → REJECTED with explanation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621024"/>
            <a:ext cx="8595360" cy="8869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94176"/>
            <a:ext cx="82296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Layer 4 — PII Masking: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Phone numbers, emails, coordinates, IDs → replaced with [PHONE], [EMAIL], [GPS_MASKED]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65A82"/>
                </a:solidFill>
              </a:rPr>
              <a:t>Output guardrails also scan every LLM response before it reaches the user.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Quality Check — DeepEval Validation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95528"/>
            <a:ext cx="822960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Gate 1 — Faithfulness: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Does the answer use real numbers from the retrieved data? Generic answers fail.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859536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75688"/>
            <a:ext cx="822960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Gate 2 — LLM-as-Judge: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second AI scores the answer 1-5. Only score 3+ passes through.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3246120"/>
            <a:ext cx="8595360" cy="1143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55848"/>
            <a:ext cx="822960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Gate 3 — Hallucination Check: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Does the answer cite actual incident IDs and zone names? If not, flagged.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Answers that fail are retried once with a better prompt before being shown to the user.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Live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12 widgets, refreshes every 30 seconds from real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Grid Health Score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41448" y="102412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111556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Active Incidents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54296" y="102412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111556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Zone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67144" y="102412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111556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Stability Trend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25856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5000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Frequency Monitor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41448" y="225856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235000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Voltage Health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4296" y="225856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235000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Demand vs Capacity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67144" y="225856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235000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Incident Breakdown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49300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Equipment Status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41448" y="349300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35844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Anomaly Feed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54296" y="349300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5844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Agent Activity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67144" y="3493008"/>
            <a:ext cx="20299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35844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Ask questions in plain English in the chat — full RAG pipeline runs for every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SGEIA Achieves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023360" cy="1737360"/>
          </a:xfrm>
          <a:prstGeom prst="rect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Hours → Seconds
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Root cause diagnosis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804672"/>
            <a:ext cx="4023360" cy="1737360"/>
          </a:xfrm>
          <a:prstGeom prst="rect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98755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Plain English
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No SQL or data science knowledge needed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023360" cy="1737360"/>
          </a:xfrm>
          <a:prstGeom prst="rect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80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AI Agents
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Work together automatically on every question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2697480"/>
            <a:ext cx="4023360" cy="1737360"/>
          </a:xfrm>
          <a:prstGeom prst="rect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880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Cited
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All answers show which data was used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85953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 — NOW: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Current system working: DS1+DS2+RAG+XGBoost+Isolation Forest+Guardrails+DeepEval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2139696"/>
            <a:ext cx="859536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7685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2 — NEXT: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Connect to live SCADA feeds, real-time streaming every second, automatic anomaly alerts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529584"/>
            <a:ext cx="8595360" cy="1234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666744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3 — FUTURE: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Predict faults before they happen, mobile app for field engineers, predictive maintenance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114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SGEIA — Smart Grid Energy Intelligence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7315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50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User Input → CSV → Chunking → Embedding → Indexing → Vector Storage → LLM → Output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DS1 (60K rows) + DS2 (2M rows) — both supply and demand side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XGBoost + Isolation Forest + Hybrid RAG + Groq LLM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4-layer guardrails + DeepEval quality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Tejeswari S K  |  tejeswari.sk@prodapt.com  |  Prodapt AFDE Capstone  | 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SGEIA</dc:title>
  <dc:subject>PptxGenJS Presentation</dc:subject>
  <dc:creator>Tejeswari S K</dc:creator>
  <cp:lastModifiedBy>Tejeswari S K</cp:lastModifiedBy>
  <cp:revision>1</cp:revision>
  <dcterms:created xsi:type="dcterms:W3CDTF">2026-06-01T11:25:22Z</dcterms:created>
  <dcterms:modified xsi:type="dcterms:W3CDTF">2026-06-01T11:25:22Z</dcterms:modified>
</cp:coreProperties>
</file>